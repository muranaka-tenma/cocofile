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 営業報告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第3四半期実績サマリー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売上実績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総売上: 1,250万円</a:t>
            </a:r>
          </a:p>
          <a:p>
            <a:pPr lvl="1"/>
            <a:r>
              <a:t>前年比: 115%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